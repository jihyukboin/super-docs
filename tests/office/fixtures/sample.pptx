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Preserve speaker notes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Quarterly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Editable slide text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3657600"/>
          <a:ext cx="4572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r>
                        <a:t>제품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금액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사과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Second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